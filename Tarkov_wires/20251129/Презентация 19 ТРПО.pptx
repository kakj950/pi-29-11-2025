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9" r:id="rId3"/>
    <p:sldId id="257" r:id="rId4"/>
    <p:sldId id="301" r:id="rId5"/>
    <p:sldId id="300" r:id="rId6"/>
    <p:sldId id="302" r:id="rId7"/>
    <p:sldId id="303" r:id="rId8"/>
    <p:sldId id="304" r:id="rId9"/>
    <p:sldId id="305" r:id="rId10"/>
    <p:sldId id="306" r:id="rId11"/>
    <p:sldId id="30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bdiagram.io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разработки программного обеспечения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занятие: Современный стек разработчика: от идеи до продакшена.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37DA-2B8F-9806-B345-0800CBB8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F62218-6364-FF8B-55AB-5D49D7725134}"/>
              </a:ext>
            </a:extLst>
          </p:cNvPr>
          <p:cNvSpPr txBox="1"/>
          <p:nvPr/>
        </p:nvSpPr>
        <p:spPr>
          <a:xfrm>
            <a:off x="0" y="7562"/>
            <a:ext cx="12192000" cy="696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1: Декомпозиция задачи и создание 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endParaRPr lang="ru-RU" sz="20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Вам нужно реализовать функциональность "Система рейтинга продуктов" для интернет-магазина.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репозиторий на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Проведите декомпозицию фичи на подзадачи (минимум 5)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каждой подзадачи с четким описанием: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данных для рейтингов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CRUD операций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среднего рейтинга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существующей системой продуктов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успеха: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имеют понятные названия и описания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Указаны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acceptance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независимы и могут выполняться параллельно</a:t>
            </a:r>
          </a:p>
        </p:txBody>
      </p:sp>
    </p:spTree>
    <p:extLst>
      <p:ext uri="{BB962C8B-B14F-4D97-AF65-F5344CB8AC3E}">
        <p14:creationId xmlns:p14="http://schemas.microsoft.com/office/powerpoint/2010/main" val="140599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5933A6-F72A-E7B8-CCEF-90539623467D}"/>
              </a:ext>
            </a:extLst>
          </p:cNvPr>
          <p:cNvSpPr txBox="1"/>
          <p:nvPr/>
        </p:nvSpPr>
        <p:spPr>
          <a:xfrm>
            <a:off x="0" y="0"/>
            <a:ext cx="12192000" cy="5234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2: Проектирование </a:t>
            </a:r>
            <a:r>
              <a:rPr lang="en-US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схемы данных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Спроектируйте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системы рейтингов:</a:t>
            </a: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 /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/products/{id}/ratings -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получить все оценки товара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 /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/products/{id}/ratings -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оценку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PUT /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/ratings/{id} -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обновить оценку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 /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/products/{id}/average-rating -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получить средний рейтинг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схему базы данных в </a:t>
            </a:r>
            <a:r>
              <a:rPr lang="en-US" sz="2000" b="0" i="0" u="none" strike="noStrike" dirty="0">
                <a:solidFill>
                  <a:srgbClr val="3964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dbdiagram.io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или аналогичном сервисе:</a:t>
            </a: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 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 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полями: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id,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rating, comment,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created_at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Индексы для быстрого поиска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Swagger-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или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Postman collection +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БД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B2DE-F0CA-758B-57F2-8EA6358D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597798-C281-D505-FAD3-F743C17C36F2}"/>
              </a:ext>
            </a:extLst>
          </p:cNvPr>
          <p:cNvSpPr txBox="1"/>
          <p:nvPr/>
        </p:nvSpPr>
        <p:spPr>
          <a:xfrm>
            <a:off x="0" y="0"/>
            <a:ext cx="12192000" cy="559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3: Настройка проекта и </a:t>
            </a:r>
            <a:r>
              <a:rPr lang="en-US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 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пайплайна</a:t>
            </a:r>
            <a:endParaRPr lang="ru-RU" sz="20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Инициализируйте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Python/Node.js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с выбранной структурой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Настройте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pre-commit hooks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black/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isort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форматирования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flake8/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pylint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линтинга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mypy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проверки типов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базовый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 workflow: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на каждую ветку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линтерами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тестов</a:t>
            </a:r>
          </a:p>
        </p:txBody>
      </p:sp>
    </p:spTree>
    <p:extLst>
      <p:ext uri="{BB962C8B-B14F-4D97-AF65-F5344CB8AC3E}">
        <p14:creationId xmlns:p14="http://schemas.microsoft.com/office/powerpoint/2010/main" val="330636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F75B1-11D3-9459-D184-0A1C50E0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41207D-1E90-222A-6511-73226BDAD23E}"/>
              </a:ext>
            </a:extLst>
          </p:cNvPr>
          <p:cNvSpPr txBox="1"/>
          <p:nvPr/>
        </p:nvSpPr>
        <p:spPr>
          <a:xfrm>
            <a:off x="0" y="20166"/>
            <a:ext cx="12192000" cy="6145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4: </a:t>
            </a:r>
            <a:r>
              <a:rPr lang="en-US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TDD - 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через тестирование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Реализуйте сервис для работы с рейтингами через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TDD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падающий тест: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test_calculate_average_rating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ratings 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service 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RatingService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result 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20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calculate_average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assert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result 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3.2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Реализуйте минимальную функциональность для прохождения теста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тесты на граничные случаи (пустой список, некорректные значения)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 кода</a:t>
            </a:r>
          </a:p>
        </p:txBody>
      </p:sp>
    </p:spTree>
    <p:extLst>
      <p:ext uri="{BB962C8B-B14F-4D97-AF65-F5344CB8AC3E}">
        <p14:creationId xmlns:p14="http://schemas.microsoft.com/office/powerpoint/2010/main" val="3448328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64C05-952C-409F-662A-FBBBCCE4C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9DA4D5-E878-002D-1A36-EF637D49AE26}"/>
              </a:ext>
            </a:extLst>
          </p:cNvPr>
          <p:cNvSpPr txBox="1"/>
          <p:nvPr/>
        </p:nvSpPr>
        <p:spPr>
          <a:xfrm>
            <a:off x="0" y="6295"/>
            <a:ext cx="12191999" cy="696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5: Модульное и интеграционное тестирование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unit-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тесты для сервиса рейтингов с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моками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базы данных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интеграционные тесты с реальной БД (используйте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testcontainers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Добейтесь 80% покрытия кода тестами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algn="just" latinLnBrk="1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@pytest.fixture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test_db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TestDatabase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yield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test_create_rating_integration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test_db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service 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RatingService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test_db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rating 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20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create_rating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rating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assert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rating</a:t>
            </a:r>
            <a:r>
              <a:rPr lang="en-US" sz="20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i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assert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r>
              <a:rPr lang="en-US" sz="20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53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0A8A9F-AB75-3832-E742-A2616EC02BE8}"/>
              </a:ext>
            </a:extLst>
          </p:cNvPr>
          <p:cNvSpPr txBox="1"/>
          <p:nvPr/>
        </p:nvSpPr>
        <p:spPr>
          <a:xfrm>
            <a:off x="1572" y="0"/>
            <a:ext cx="12190428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6: Контейнеризация приложения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Создайте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docker-compose.yml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запуска всего стека</a:t>
            </a:r>
          </a:p>
        </p:txBody>
      </p:sp>
    </p:spTree>
    <p:extLst>
      <p:ext uri="{BB962C8B-B14F-4D97-AF65-F5344CB8AC3E}">
        <p14:creationId xmlns:p14="http://schemas.microsoft.com/office/powerpoint/2010/main" val="182785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C4823-4916-BA0F-E551-7E008DB1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B8C7EEE-7F98-9344-C55B-9C20AAE90F9B}"/>
              </a:ext>
            </a:extLst>
          </p:cNvPr>
          <p:cNvSpPr txBox="1"/>
          <p:nvPr/>
        </p:nvSpPr>
        <p:spPr>
          <a:xfrm>
            <a:off x="0" y="0"/>
            <a:ext cx="12192000" cy="468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7: Статический анализ и безопасность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Интегрируйте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SonarQube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CodeClimate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проверку уязвимостей зависимостей: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 </a:t>
            </a:r>
            <a:r>
              <a:rPr lang="en-US" sz="20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safety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safety check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 startAt="3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Настройте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secret scanning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репозитория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 startAt="3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проверку лицензий зависимостей</a:t>
            </a:r>
          </a:p>
        </p:txBody>
      </p:sp>
    </p:spTree>
    <p:extLst>
      <p:ext uri="{BB962C8B-B14F-4D97-AF65-F5344CB8AC3E}">
        <p14:creationId xmlns:p14="http://schemas.microsoft.com/office/powerpoint/2010/main" val="618079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844BD-B94D-7181-C016-A60A77EA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3B2EF4-F83C-0E01-7E82-09AB611B73E2}"/>
              </a:ext>
            </a:extLst>
          </p:cNvPr>
          <p:cNvSpPr txBox="1"/>
          <p:nvPr/>
        </p:nvSpPr>
        <p:spPr>
          <a:xfrm>
            <a:off x="0" y="10182"/>
            <a:ext cx="12192000" cy="423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8: </a:t>
            </a:r>
            <a:r>
              <a:rPr lang="en-US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Review 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Проведите код-ревью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преднамеренно добавленными проблемами: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ревью: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Читаемость кода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Соответствие стандартам</a:t>
            </a:r>
          </a:p>
        </p:txBody>
      </p:sp>
    </p:spTree>
    <p:extLst>
      <p:ext uri="{BB962C8B-B14F-4D97-AF65-F5344CB8AC3E}">
        <p14:creationId xmlns:p14="http://schemas.microsoft.com/office/powerpoint/2010/main" val="967079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2773A-3880-35FD-46B4-903B9FCA9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5553D2-FFA4-3C07-4EB8-5DA22E85B8C2}"/>
              </a:ext>
            </a:extLst>
          </p:cNvPr>
          <p:cNvSpPr txBox="1"/>
          <p:nvPr/>
        </p:nvSpPr>
        <p:spPr>
          <a:xfrm>
            <a:off x="0" y="0"/>
            <a:ext cx="12192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9: Настройка CD 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пайплайна</a:t>
            </a:r>
            <a:endParaRPr lang="ru-RU" sz="20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Расширьте CI до полноценного CD: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этапы деплоя на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staging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Реализуйте стратегию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blue-green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деплоя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Настройте автоматическое ревью зависимостей с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Dependabot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автоматизацию создания релизов</a:t>
            </a:r>
          </a:p>
        </p:txBody>
      </p:sp>
    </p:spTree>
    <p:extLst>
      <p:ext uri="{BB962C8B-B14F-4D97-AF65-F5344CB8AC3E}">
        <p14:creationId xmlns:p14="http://schemas.microsoft.com/office/powerpoint/2010/main" val="35612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E2D3-B322-1D4C-6829-10B1C560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34B0B9-045E-5A1E-7CD5-BADF1EDCE4C5}"/>
              </a:ext>
            </a:extLst>
          </p:cNvPr>
          <p:cNvSpPr txBox="1"/>
          <p:nvPr/>
        </p:nvSpPr>
        <p:spPr>
          <a:xfrm>
            <a:off x="0" y="1522"/>
            <a:ext cx="12192000" cy="572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10: Мониторинг и логирование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Настройте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observability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приложения: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logging: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Настройте метрики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Prometheus: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Grafana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 для мониторинга: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 startAt="3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запросов в секунду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 startAt="3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Среднее время ответа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 startAt="3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ошибок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 startAt="3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9934945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651</Words>
  <Application>Microsoft Office PowerPoint</Application>
  <PresentationFormat>Широкоэкранный</PresentationFormat>
  <Paragraphs>105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25</cp:revision>
  <dcterms:created xsi:type="dcterms:W3CDTF">2025-09-19T18:20:34Z</dcterms:created>
  <dcterms:modified xsi:type="dcterms:W3CDTF">2025-11-28T19:42:06Z</dcterms:modified>
</cp:coreProperties>
</file>