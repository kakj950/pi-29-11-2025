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Практический интенсив по программной инженерии: "От идеи до продакшена"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E37DA-2B8F-9806-B345-0800CBB8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754EF07-5F6A-5DB7-AF92-BBBED1E2E2BF}"/>
              </a:ext>
            </a:extLst>
          </p:cNvPr>
          <p:cNvSpPr txBox="1"/>
          <p:nvPr/>
        </p:nvSpPr>
        <p:spPr>
          <a:xfrm>
            <a:off x="0" y="0"/>
            <a:ext cx="12192000" cy="6663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1: Планирование и проектирование</a:t>
            </a:r>
          </a:p>
          <a:p>
            <a:pPr algn="just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1: Формулировка требований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файл 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REQUIREMENTS.md</a:t>
            </a: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в вашем репозитории.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1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Опишите систему "Умный список задач" с функциями:</a:t>
            </a:r>
          </a:p>
          <a:p>
            <a:pPr marL="742950" lvl="1" indent="-285750" algn="just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Создание, редактирование, удаление задач</a:t>
            </a:r>
          </a:p>
          <a:p>
            <a:pPr marL="742950" lvl="1" indent="-285750"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Приоритеты (низкий, средний, высокий)</a:t>
            </a:r>
          </a:p>
          <a:p>
            <a:pPr marL="742950" lvl="1" indent="-285750"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 задач</a:t>
            </a:r>
          </a:p>
          <a:p>
            <a:pPr marL="742950" lvl="1" indent="-285750"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Поиск и фильтрация</a:t>
            </a:r>
          </a:p>
          <a:p>
            <a:pPr marL="742950" lvl="1" indent="-285750"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Дедлайны и напоминания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Составьте 3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story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по формату: "Как [роль], я хочу [функция], чтобы [ценность]"</a:t>
            </a:r>
          </a:p>
        </p:txBody>
      </p:sp>
    </p:spTree>
    <p:extLst>
      <p:ext uri="{BB962C8B-B14F-4D97-AF65-F5344CB8AC3E}">
        <p14:creationId xmlns:p14="http://schemas.microsoft.com/office/powerpoint/2010/main" val="140599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8AF71-18F0-9DE9-04D2-7F6D5E9C0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7D9196-E407-7EAD-3C08-1AEC5B95986D}"/>
              </a:ext>
            </a:extLst>
          </p:cNvPr>
          <p:cNvSpPr txBox="1"/>
          <p:nvPr/>
        </p:nvSpPr>
        <p:spPr>
          <a:xfrm>
            <a:off x="1572" y="18854"/>
            <a:ext cx="12190428" cy="498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1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2: Проектирование архитектуры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файл 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ARCHITECTURE.md</a:t>
            </a:r>
          </a:p>
          <a:p>
            <a:pPr algn="just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Опишите архитектуру как монолитное веб-приложение</a:t>
            </a:r>
          </a:p>
          <a:p>
            <a:pPr algn="just">
              <a:spcBef>
                <a:spcPts val="45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Нарисуйте схему компонентов (можно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ASCII-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графикой):</a:t>
            </a:r>
          </a:p>
          <a:p>
            <a:pPr marL="742950" lvl="1" indent="-285750" algn="just"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 (HTML/CSS/JS)</a:t>
            </a:r>
          </a:p>
          <a:p>
            <a:pPr marL="742950" lvl="1" indent="-285750"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(Python/Flask)</a:t>
            </a:r>
          </a:p>
          <a:p>
            <a:pPr marL="742950" lvl="1" indent="-285750"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(SQLite)</a:t>
            </a:r>
          </a:p>
          <a:p>
            <a:pPr algn="just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Перечислите основные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endpoints</a:t>
            </a:r>
          </a:p>
        </p:txBody>
      </p:sp>
    </p:spTree>
    <p:extLst>
      <p:ext uri="{BB962C8B-B14F-4D97-AF65-F5344CB8AC3E}">
        <p14:creationId xmlns:p14="http://schemas.microsoft.com/office/powerpoint/2010/main" val="414919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673C-B443-868D-11EE-8B29ABE5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DB968C-068D-BC2B-5EA0-C3D41DCF938C}"/>
              </a:ext>
            </a:extLst>
          </p:cNvPr>
          <p:cNvSpPr txBox="1"/>
          <p:nvPr/>
        </p:nvSpPr>
        <p:spPr>
          <a:xfrm>
            <a:off x="1572" y="0"/>
            <a:ext cx="12190428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3: Дизайн базы данных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файл 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DATABASE_SCHEMA.sql</a:t>
            </a:r>
            <a:endParaRPr lang="en-US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Спроектируйте схему БД с таблицами: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tasks (id, title, description, priority,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category_id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deadline,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created_at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is_completed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categories (id, name, color)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индексы для часто используемых полей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3 примера запросов для выборки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16124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FE3B3-C1F5-6A07-1682-FF09D907D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32B5F0-F942-048C-64C5-B9086008CB55}"/>
              </a:ext>
            </a:extLst>
          </p:cNvPr>
          <p:cNvSpPr txBox="1"/>
          <p:nvPr/>
        </p:nvSpPr>
        <p:spPr>
          <a:xfrm>
            <a:off x="0" y="0"/>
            <a:ext cx="12192000" cy="667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2: Настройка окружения и разработка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4: Инициализация проекта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репозиторий 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smart-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todo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-app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Инициализируйте структуру папок: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</a:p>
          <a:p>
            <a:pPr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  <a:p>
            <a:pPr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backend/</a:t>
            </a:r>
          </a:p>
          <a:p>
            <a:pPr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frontend/</a:t>
            </a:r>
          </a:p>
          <a:p>
            <a:pPr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tests/</a:t>
            </a:r>
          </a:p>
          <a:p>
            <a:pPr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docs/</a:t>
            </a:r>
          </a:p>
          <a:p>
            <a:pPr algn="just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scripts/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README.md </a:t>
            </a:r>
            <a:r>
              <a:rPr lang="ru-RU" sz="24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 описанием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707104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2696A-81D7-6BC6-26A0-A87AE1262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B9F737-C244-CD35-69CD-6D6A755BEC4B}"/>
              </a:ext>
            </a:extLst>
          </p:cNvPr>
          <p:cNvSpPr txBox="1"/>
          <p:nvPr/>
        </p:nvSpPr>
        <p:spPr>
          <a:xfrm>
            <a:off x="1572" y="0"/>
            <a:ext cx="12190428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5: Настройка виртуального окружения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виртуальное окружение Python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requirements.txt с зависимостями: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==2.3.3</a:t>
            </a:r>
          </a:p>
          <a:p>
            <a:pPr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==7.4.0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скрипт setup.sh для автоматической настройки окружения</a:t>
            </a:r>
          </a:p>
        </p:txBody>
      </p:sp>
    </p:spTree>
    <p:extLst>
      <p:ext uri="{BB962C8B-B14F-4D97-AF65-F5344CB8AC3E}">
        <p14:creationId xmlns:p14="http://schemas.microsoft.com/office/powerpoint/2010/main" val="354604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8CB6C-2176-3482-8EFB-536AAB01D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B0386D-C526-4260-4803-1F3BDB0B0E8A}"/>
              </a:ext>
            </a:extLst>
          </p:cNvPr>
          <p:cNvSpPr txBox="1"/>
          <p:nvPr/>
        </p:nvSpPr>
        <p:spPr>
          <a:xfrm>
            <a:off x="1572" y="0"/>
            <a:ext cx="12190428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5: Настройка виртуального окружения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виртуальное окружение Python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requirements.txt с зависимостями: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==2.3.3</a:t>
            </a:r>
          </a:p>
          <a:p>
            <a:pPr algn="l" latinLnBrk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==7.4.0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скрипт setup.sh для автоматической настройки окружения</a:t>
            </a:r>
          </a:p>
        </p:txBody>
      </p:sp>
    </p:spTree>
    <p:extLst>
      <p:ext uri="{BB962C8B-B14F-4D97-AF65-F5344CB8AC3E}">
        <p14:creationId xmlns:p14="http://schemas.microsoft.com/office/powerpoint/2010/main" val="3049593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567F1-AE70-62CA-F182-01BFBE81B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B3B2ED-3034-FD13-41D7-A275BE766B4B}"/>
              </a:ext>
            </a:extLst>
          </p:cNvPr>
          <p:cNvSpPr txBox="1"/>
          <p:nvPr/>
        </p:nvSpPr>
        <p:spPr>
          <a:xfrm>
            <a:off x="1572" y="9425"/>
            <a:ext cx="12190428" cy="38928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lnSpc>
                <a:spcPct val="150000"/>
              </a:lnSpc>
              <a:buNone/>
              <a:defRPr sz="2800" b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Задание 6: Создание базовой структуры БД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dirty="0"/>
              <a:t>Создайте файл src/backend/database.py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dirty="0"/>
              <a:t>Реализуйте инициализацию БД </a:t>
            </a:r>
            <a:r>
              <a:rPr lang="ru-RU" b="0" dirty="0" err="1"/>
              <a:t>SQLite</a:t>
            </a:r>
            <a:endParaRPr lang="ru-RU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dirty="0"/>
              <a:t>Создайте таблицы из Задания 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b="0" dirty="0"/>
              <a:t>Добавьте функцию для заполнения тестовыми данными (5 задач, 3 категории)</a:t>
            </a:r>
          </a:p>
        </p:txBody>
      </p:sp>
    </p:spTree>
    <p:extLst>
      <p:ext uri="{BB962C8B-B14F-4D97-AF65-F5344CB8AC3E}">
        <p14:creationId xmlns:p14="http://schemas.microsoft.com/office/powerpoint/2010/main" val="2306507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B164-23A4-6077-B5EF-36CB45C8E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B8D955-7CFB-EC57-7FDA-9DB203805424}"/>
              </a:ext>
            </a:extLst>
          </p:cNvPr>
          <p:cNvSpPr txBox="1"/>
          <p:nvPr/>
        </p:nvSpPr>
        <p:spPr>
          <a:xfrm>
            <a:off x="1572" y="0"/>
            <a:ext cx="12190428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7: Реализация </a:t>
            </a:r>
            <a:r>
              <a:rPr lang="en-US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src/backend/app.py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endpoints: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/tasks -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всех задач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/tasks -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новой задачи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/tasks/&lt;id&gt; -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задачи по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обмена данными</a:t>
            </a:r>
          </a:p>
        </p:txBody>
      </p:sp>
    </p:spTree>
    <p:extLst>
      <p:ext uri="{BB962C8B-B14F-4D97-AF65-F5344CB8AC3E}">
        <p14:creationId xmlns:p14="http://schemas.microsoft.com/office/powerpoint/2010/main" val="343151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30EC1-6B16-F2A4-F8B8-321BD964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3B98665-3F6F-C7F8-842F-C9B685DA0263}"/>
              </a:ext>
            </a:extLst>
          </p:cNvPr>
          <p:cNvSpPr txBox="1"/>
          <p:nvPr/>
        </p:nvSpPr>
        <p:spPr>
          <a:xfrm>
            <a:off x="1572" y="0"/>
            <a:ext cx="12190428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7: Реализация </a:t>
            </a:r>
            <a:r>
              <a:rPr lang="en-US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src/backend/app.py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Реализуйте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endpoints: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/tasks -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всех задач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/tasks -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новой задачи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GET /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/tasks/&lt;id&gt; -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получение задачи по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json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обмена данными</a:t>
            </a:r>
          </a:p>
        </p:txBody>
      </p:sp>
    </p:spTree>
    <p:extLst>
      <p:ext uri="{BB962C8B-B14F-4D97-AF65-F5344CB8AC3E}">
        <p14:creationId xmlns:p14="http://schemas.microsoft.com/office/powerpoint/2010/main" val="2306464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27F51-747E-58AA-9D49-F0B97771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C49DF4-F8FF-DA8F-7E63-79C7E0DF1AE8}"/>
              </a:ext>
            </a:extLst>
          </p:cNvPr>
          <p:cNvSpPr txBox="1"/>
          <p:nvPr/>
        </p:nvSpPr>
        <p:spPr>
          <a:xfrm>
            <a:off x="0" y="0"/>
            <a:ext cx="12192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4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8: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HTML-интерфейс для работы с задачами через серверный рендеринг.</a:t>
            </a:r>
            <a:endParaRPr lang="ru-RU" sz="24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папку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templates/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файлами: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base.html 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шаблон с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tasks_list.html -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наследует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base.html,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показывает список задач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Расширьте 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app.py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web-endpoints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/ - главная страница со списком задач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создание задачи из формы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/&lt;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&gt;/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toggle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переключение статуса выполнения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/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/&lt;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&gt;/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- удаление задачи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шаблонах реализуйте: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списка задач с приоритетами (цветные границы)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 добавления новой задачи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Кнопки выполнения/удаления для каждой задачи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Статистику (всего/выполнено/активно)</a:t>
            </a:r>
          </a:p>
          <a:p>
            <a:pPr lvl="1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Фильтры: все/активные/выполненные</a:t>
            </a:r>
          </a:p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Веб-интерфейс доступен по http://localhost:5000 с полным CRUD функционалом через формы.</a:t>
            </a:r>
          </a:p>
        </p:txBody>
      </p:sp>
    </p:spTree>
    <p:extLst>
      <p:ext uri="{BB962C8B-B14F-4D97-AF65-F5344CB8AC3E}">
        <p14:creationId xmlns:p14="http://schemas.microsoft.com/office/powerpoint/2010/main" val="4118651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07A01-5A23-32A6-B2A7-7B5DFEFC0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A717D9-1330-0921-8CD1-3E5F8CB357D9}"/>
              </a:ext>
            </a:extLst>
          </p:cNvPr>
          <p:cNvSpPr txBox="1"/>
          <p:nvPr/>
        </p:nvSpPr>
        <p:spPr>
          <a:xfrm>
            <a:off x="0" y="0"/>
            <a:ext cx="1219200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9: Модульное тестирование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src/tests/test_api.py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тесты для всех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endpoints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tearDown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для тестовой БД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Добейтесь покрытия минимум 80%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функций</a:t>
            </a:r>
          </a:p>
        </p:txBody>
      </p:sp>
    </p:spTree>
    <p:extLst>
      <p:ext uri="{BB962C8B-B14F-4D97-AF65-F5344CB8AC3E}">
        <p14:creationId xmlns:p14="http://schemas.microsoft.com/office/powerpoint/2010/main" val="369317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73ED-A8B7-0437-D794-8A8ABB3E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E358BEF-6946-05A3-8B2D-DCC84E16F7FD}"/>
              </a:ext>
            </a:extLst>
          </p:cNvPr>
          <p:cNvSpPr txBox="1"/>
          <p:nvPr/>
        </p:nvSpPr>
        <p:spPr>
          <a:xfrm>
            <a:off x="1572" y="0"/>
            <a:ext cx="12190428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3: Качество кода и CI/CD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10: Настройка линтера и </a:t>
            </a:r>
            <a:r>
              <a:rPr lang="ru-RU" sz="2800" b="1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форматтера</a:t>
            </a:r>
            <a:endParaRPr lang="ru-RU" sz="2800" b="1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Установите и настройте flake8 и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 конфигурационные файлы: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.flake8 с настройками стиля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pyproject.toml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для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Запустите форматирование всего кода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Исправьте все ошибки линтера</a:t>
            </a:r>
          </a:p>
        </p:txBody>
      </p:sp>
    </p:spTree>
    <p:extLst>
      <p:ext uri="{BB962C8B-B14F-4D97-AF65-F5344CB8AC3E}">
        <p14:creationId xmlns:p14="http://schemas.microsoft.com/office/powerpoint/2010/main" val="319522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1FF58-3D36-FBA2-2F34-EE341BEA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CA7B11-3968-DE2E-B14B-A52439C6763C}"/>
              </a:ext>
            </a:extLst>
          </p:cNvPr>
          <p:cNvSpPr txBox="1"/>
          <p:nvPr/>
        </p:nvSpPr>
        <p:spPr>
          <a:xfrm>
            <a:off x="0" y="0"/>
            <a:ext cx="121920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11: Настройка </a:t>
            </a:r>
            <a:r>
              <a:rPr lang="en-US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 Actions CI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/workflows/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ci.yml</a:t>
            </a:r>
            <a:endParaRPr lang="en-US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Настройте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который: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Запускается при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пуше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pull requests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Устанавливает зависимости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Запускает линтер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Запускает тесты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Убедитесь, что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проходит успешно</a:t>
            </a:r>
          </a:p>
        </p:txBody>
      </p:sp>
    </p:spTree>
    <p:extLst>
      <p:ext uri="{BB962C8B-B14F-4D97-AF65-F5344CB8AC3E}">
        <p14:creationId xmlns:p14="http://schemas.microsoft.com/office/powerpoint/2010/main" val="3293700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55FFC-9D8A-7D0C-754F-599012B2F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37CDAA-1A4B-DFF2-5CC7-2694526AEFAC}"/>
              </a:ext>
            </a:extLst>
          </p:cNvPr>
          <p:cNvSpPr txBox="1"/>
          <p:nvPr/>
        </p:nvSpPr>
        <p:spPr>
          <a:xfrm>
            <a:off x="1572" y="0"/>
            <a:ext cx="12190428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12: Контейнеризация приложения</a:t>
            </a:r>
          </a:p>
          <a:p>
            <a:pPr algn="just">
              <a:lnSpc>
                <a:spcPct val="150000"/>
              </a:lnSpc>
              <a:buNone/>
            </a:pP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ru-RU" sz="2800" b="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и 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docker-compose.yml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Соберите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образ для вашего приложения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Настройте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docker-compose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для запуска всего стека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Убедитесь, что приложение работает в контейнере</a:t>
            </a:r>
          </a:p>
        </p:txBody>
      </p:sp>
    </p:spTree>
    <p:extLst>
      <p:ext uri="{BB962C8B-B14F-4D97-AF65-F5344CB8AC3E}">
        <p14:creationId xmlns:p14="http://schemas.microsoft.com/office/powerpoint/2010/main" val="321151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4FC7B-A1DB-26B6-62E1-4B1DC37F8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9A56E3-A14E-AF0D-E936-9A54A352A6AF}"/>
              </a:ext>
            </a:extLst>
          </p:cNvPr>
          <p:cNvSpPr txBox="1"/>
          <p:nvPr/>
        </p:nvSpPr>
        <p:spPr>
          <a:xfrm>
            <a:off x="0" y="0"/>
            <a:ext cx="1219200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13: Настройка CD для тестового окружения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Расширьте CI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этапом деплоя: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Сборка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образа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Пуш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Деплой на тестовый сервер (можно использовать локальную машину)</a:t>
            </a:r>
          </a:p>
        </p:txBody>
      </p:sp>
    </p:spTree>
    <p:extLst>
      <p:ext uri="{BB962C8B-B14F-4D97-AF65-F5344CB8AC3E}">
        <p14:creationId xmlns:p14="http://schemas.microsoft.com/office/powerpoint/2010/main" val="3142180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8710-19C9-D956-018F-982D9F1B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521190-FE70-1507-BFB9-966D688D8DAC}"/>
              </a:ext>
            </a:extLst>
          </p:cNvPr>
          <p:cNvSpPr txBox="1"/>
          <p:nvPr/>
        </p:nvSpPr>
        <p:spPr>
          <a:xfrm>
            <a:off x="0" y="0"/>
            <a:ext cx="12192000" cy="324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13: Настройка CD для тестового окружения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Расширьте CI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пайплайн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этапом деплоя: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Сборка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образа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Пуш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Container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Registry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Деплой на тестовый сервер (можно использовать локальную машину)</a:t>
            </a:r>
          </a:p>
        </p:txBody>
      </p:sp>
    </p:spTree>
    <p:extLst>
      <p:ext uri="{BB962C8B-B14F-4D97-AF65-F5344CB8AC3E}">
        <p14:creationId xmlns:p14="http://schemas.microsoft.com/office/powerpoint/2010/main" val="1455776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A92C3-1E2D-91AF-A2CC-3B4AB4DE1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9F82EE-6162-3D13-1FE8-27215C035F6B}"/>
              </a:ext>
            </a:extLst>
          </p:cNvPr>
          <p:cNvSpPr txBox="1"/>
          <p:nvPr/>
        </p:nvSpPr>
        <p:spPr>
          <a:xfrm>
            <a:off x="0" y="0"/>
            <a:ext cx="12192000" cy="5185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Блок 4: Документирование и рефакторинг</a:t>
            </a:r>
          </a:p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14: Рефакторинг и оптимизация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Проведите анализ кода с помощью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pylint</a:t>
            </a:r>
            <a:endParaRPr lang="ru-RU" sz="2800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Найдите и исправьте 3 "запаха кода":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Дублирование кода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Длинные функции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Неоптимальные запросы к БД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в REFACTORING.md что и почему было изменено</a:t>
            </a:r>
          </a:p>
        </p:txBody>
      </p:sp>
    </p:spTree>
    <p:extLst>
      <p:ext uri="{BB962C8B-B14F-4D97-AF65-F5344CB8AC3E}">
        <p14:creationId xmlns:p14="http://schemas.microsoft.com/office/powerpoint/2010/main" val="15461551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8B434-F7CB-FC32-ADA3-F58C1D6AC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A3D56D-CEF4-D8A3-8789-011E1E12E2B9}"/>
              </a:ext>
            </a:extLst>
          </p:cNvPr>
          <p:cNvSpPr txBox="1"/>
          <p:nvPr/>
        </p:nvSpPr>
        <p:spPr>
          <a:xfrm>
            <a:off x="0" y="0"/>
            <a:ext cx="12192000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ru-RU" sz="2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Задание 15: Финальная документация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Обновите README.md с инструкциями по: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Установке и запуску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документацией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Тестированию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Добавьте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badge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из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0" i="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Actions</a:t>
            </a: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в README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Создайте CHANGELOG.md с историей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6843328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1127</TotalTime>
  <Words>902</Words>
  <Application>Microsoft Office PowerPoint</Application>
  <PresentationFormat>Широкоэкранный</PresentationFormat>
  <Paragraphs>141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26</cp:revision>
  <dcterms:created xsi:type="dcterms:W3CDTF">2025-09-19T18:20:34Z</dcterms:created>
  <dcterms:modified xsi:type="dcterms:W3CDTF">2025-11-28T19:41:10Z</dcterms:modified>
</cp:coreProperties>
</file>